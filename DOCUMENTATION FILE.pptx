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9" r:id="rId11"/>
    <p:sldId id="264" r:id="rId12"/>
    <p:sldId id="273" r:id="rId13"/>
    <p:sldId id="270" r:id="rId14"/>
    <p:sldId id="271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6F88B-1BD0-42B5-9C8F-705736E1440C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8D191-1F60-4C98-A116-47EDCBCA9B08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21202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8D191-1F60-4C98-A116-47EDCBCA9B08}" type="slidenum">
              <a:rPr lang="en-GH" smtClean="0"/>
              <a:t>11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376303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8A99A-B0AC-EE71-AC69-251A50297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1EA45-A6A4-44EE-EC76-9D3CFE432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2A321-C81B-5D4A-382F-30697F46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7ED0-10BF-8039-0F06-8E80AF84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E3F75-2B87-681C-61A1-72389BE9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5371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2701-D9C6-B7DD-1EC5-F9B54101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E8FB-3FAD-4A78-4557-DEF5AB103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37270-78F2-0AA9-490E-11B9C3BB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2E70A-E743-8564-7C4C-EFE8CC31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4DAB7-85DD-5F1A-4A59-95136C94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8787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AF57-2775-AFFA-FBD3-05744972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9E389-D77F-CD30-2C7B-D3B7FCE6D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93DE0-E703-E231-91B1-EC41EC84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7CC02-736C-F7D8-1EA9-AE38F541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16100-4A42-E344-5372-F45A73CE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5991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277E-2DCC-E252-61EF-9C258F309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A506E-C3E4-46E4-877F-FD461CB5D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4CD22-0F0E-6BFD-953A-D465A58E0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07575-C9D8-FF01-EE39-22D605003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A1E69-E6CE-59D0-1325-C5111505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AA088-7776-C38E-B00D-7C0B25CD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9720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0E2B-77B0-6B8B-C33A-144ED82D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76443-177A-907A-78D3-3FC153107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5447D-1F91-9BA6-45C1-E983CFE9B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A91F4-B602-AE31-74D1-97882CB6A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86578A-B3F4-A593-C3E0-ACF7CC41E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C27F4D-1125-C0F7-07A3-E661E92F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A3279-6A76-8F1A-3B2B-6575E0E88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81306F-7D65-A6B3-4176-8A1C09E5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53782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5D23-A021-FB51-4E89-87285A45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81115-E7D1-8AE3-ACB1-3B7D96343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A5451-E72A-E9D7-ABC2-B49A13EF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367C4-09CA-BC35-610E-0B1BCF06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6210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EDF24-6D39-69BD-0786-9989E9BC0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DAB45-E7B1-37C5-71DE-C74C2518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C4971-B181-88CA-E1B7-FA0AF303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6226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7E19-A700-180F-8FA6-918F73DC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7DF3C-A37C-42D6-2873-0034BF2C3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90B55-E455-6196-2520-ADF0FCAC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18166-B2DC-E539-AC35-D34D0324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3D6FD-75BF-D839-35E6-B1B9C00F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49865-EF73-2088-29EB-67DC12C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1700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6A5D-260E-ECBA-2CEC-4A9D1119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1F613-07E6-83E1-D8DF-8A467AE4D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D4D84-FE3F-F52C-47E9-6E4ED17C6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AA10F-84B7-54A9-565E-D5F6ED3C0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93382-525A-266A-EFE5-9A77E1E6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4D5C2-F1D9-A9F3-F52D-00EFE3A7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039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BDCF-C930-5B40-F505-FC933240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7DFEF-FD53-10EB-C8B2-41CD5148A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B77DE-680A-D2DA-77F3-E7BC6482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C1391-0D5C-E219-AD90-FAF1CE5E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E8883-CF67-4754-6091-9DD8D6E6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22671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C817B9-FE83-9CC4-8181-A6C6EEFFA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DC5CA-52FB-43CC-D4CC-219B73F89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62A92-21A5-A8A6-2417-C614CBFE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DAA00-C622-444A-8475-B90AB430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B340F-A251-C7D0-A97C-021E3FEC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4595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DC3B5-6414-8282-361A-57A98D9D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545BC-D248-0552-730D-43B880188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6E6F-FDB2-1044-4111-99FBF6A68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78D44-A055-435E-95AE-A50674860195}" type="datetimeFigureOut">
              <a:rPr lang="en-GH" smtClean="0"/>
              <a:t>17/07/2026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F0DD4-553F-96D6-E58F-3869615E4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6592A-56FA-87C1-7821-D3924656F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20CBD-7500-4FE6-8436-1676847812A3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01346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AFD0-DFAE-FC21-5A90-352F55D12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/>
              <a:t>ACCRA TECHNICAL UNIVERSITY</a:t>
            </a:r>
            <a:br>
              <a:rPr lang="en-US" b="1" dirty="0"/>
            </a:br>
            <a:r>
              <a:rPr lang="en-US" sz="2700" dirty="0"/>
              <a:t>Bachelor Of Technology in Electrical and Electronic Engineering</a:t>
            </a:r>
            <a:br>
              <a:rPr lang="en-US" sz="2700" dirty="0"/>
            </a:br>
            <a:endParaRPr lang="en-GH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EC7E5-7A17-6607-7180-C04B6E845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6400" b="1" dirty="0"/>
              <a:t>HOSPITAL PATIENT QUEUE MANAGEMENT SYSTEM</a:t>
            </a:r>
          </a:p>
          <a:p>
            <a:endParaRPr lang="en-US" sz="3600" dirty="0"/>
          </a:p>
          <a:p>
            <a:r>
              <a:rPr lang="en-US" sz="5600" dirty="0"/>
              <a:t>Introduction To Computer Programming(</a:t>
            </a:r>
            <a:r>
              <a:rPr lang="en-US" sz="5600" dirty="0" err="1"/>
              <a:t>c++</a:t>
            </a:r>
            <a:r>
              <a:rPr lang="en-US" sz="5600" dirty="0"/>
              <a:t>)I</a:t>
            </a:r>
          </a:p>
          <a:p>
            <a:r>
              <a:rPr lang="en-US" sz="3800" dirty="0"/>
              <a:t>FINAL PROJECT</a:t>
            </a:r>
          </a:p>
          <a:p>
            <a:r>
              <a:rPr lang="en-US" sz="3700" dirty="0"/>
              <a:t>LEVEL 200</a:t>
            </a:r>
          </a:p>
          <a:p>
            <a:r>
              <a:rPr lang="en-US" sz="3700" dirty="0"/>
              <a:t>(BEE 208)</a:t>
            </a:r>
          </a:p>
          <a:p>
            <a:r>
              <a:rPr lang="en-US" sz="3700" dirty="0"/>
              <a:t>2025/2026 ACADEMIC YEAR</a:t>
            </a:r>
          </a:p>
          <a:p>
            <a:endParaRPr lang="en-US" dirty="0"/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069EF-0521-58F9-B417-FDB8A6ADF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4069"/>
            <a:ext cx="2116183" cy="194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44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9DDD-A483-04D0-4EB4-8A0A3DD3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Introduction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7831-C9E8-8EB7-2C1D-ABFAE58EB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Hospital  Patient Queue Management System is a software application developed using C++.</a:t>
            </a:r>
          </a:p>
          <a:p>
            <a:r>
              <a:rPr lang="en-US" sz="2400" dirty="0"/>
              <a:t>The system is designed to assist hospitals in managing patient queues efficiently.</a:t>
            </a:r>
          </a:p>
          <a:p>
            <a:r>
              <a:rPr lang="en-US" sz="2400" dirty="0"/>
              <a:t>It registers patients and assigns queue numbers automatically.</a:t>
            </a:r>
          </a:p>
          <a:p>
            <a:r>
              <a:rPr lang="en-US" sz="2400" dirty="0"/>
              <a:t>Patients are categorized as Emergency, Priority, or Regular.</a:t>
            </a:r>
          </a:p>
          <a:p>
            <a:r>
              <a:rPr lang="en-US" sz="2400" dirty="0"/>
              <a:t>The system stores patient information and generates reports.</a:t>
            </a:r>
          </a:p>
          <a:p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52309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016864-556F-A4D7-3E88-C362A96E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Problem Statement</a:t>
            </a:r>
            <a:endParaRPr lang="en-GH" sz="36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D84B2-A518-A2AD-782D-1A0A9D096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Many hospitals experience challenges in managing patient queues manually. These challenges include:</a:t>
            </a:r>
          </a:p>
          <a:p>
            <a:r>
              <a:rPr lang="en-US" sz="2400" dirty="0"/>
              <a:t>Longe waiting for patients. </a:t>
            </a:r>
          </a:p>
          <a:p>
            <a:r>
              <a:rPr lang="en-US" sz="2400" dirty="0"/>
              <a:t>Difficult prioritizing emergency cases.</a:t>
            </a:r>
          </a:p>
          <a:p>
            <a:r>
              <a:rPr lang="en-US" sz="2400" dirty="0"/>
              <a:t>Poor record keeping and queue management.</a:t>
            </a:r>
          </a:p>
          <a:p>
            <a:pPr marL="0" indent="0">
              <a:buNone/>
            </a:pPr>
            <a:r>
              <a:rPr lang="en-US" sz="2400" dirty="0"/>
              <a:t>This project provides a computerized solution to improve patient queue management and service delivery.</a:t>
            </a:r>
          </a:p>
        </p:txBody>
      </p:sp>
    </p:spTree>
    <p:extLst>
      <p:ext uri="{BB962C8B-B14F-4D97-AF65-F5344CB8AC3E}">
        <p14:creationId xmlns:p14="http://schemas.microsoft.com/office/powerpoint/2010/main" val="4249187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649A-6A78-35D9-C616-68FA1ECF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Objective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5B28-78A9-C5D2-9594-109C70A09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General Objectives</a:t>
            </a:r>
          </a:p>
          <a:p>
            <a:r>
              <a:rPr lang="en-US" sz="2400" dirty="0"/>
              <a:t>To develop a Hospital Patient Queue Management system using C++.</a:t>
            </a:r>
          </a:p>
          <a:p>
            <a:pPr marL="0" indent="0">
              <a:buNone/>
            </a:pPr>
            <a:r>
              <a:rPr lang="en-US" sz="2400" b="1" dirty="0"/>
              <a:t>Specific Objectives</a:t>
            </a:r>
          </a:p>
          <a:p>
            <a:r>
              <a:rPr lang="en-US" sz="2400" dirty="0"/>
              <a:t>Register patient into the system.</a:t>
            </a:r>
          </a:p>
          <a:p>
            <a:r>
              <a:rPr lang="en-US" sz="2400" dirty="0"/>
              <a:t>Assign queue numbers automatically.</a:t>
            </a:r>
          </a:p>
          <a:p>
            <a:r>
              <a:rPr lang="en-US" sz="2400" dirty="0"/>
              <a:t>Classify patients as Emergency, Priority, or Regular.</a:t>
            </a:r>
          </a:p>
          <a:p>
            <a:r>
              <a:rPr lang="en-US" sz="2400" dirty="0"/>
              <a:t>Manage patient records efficiently.</a:t>
            </a:r>
          </a:p>
          <a:p>
            <a:r>
              <a:rPr lang="en-US" sz="2400" dirty="0"/>
              <a:t>Generate reports and save them to a text file.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356955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1195-BE61-7FFC-2ABD-23C7005E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Scope Of The Project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BF188-50A5-12F4-DAE3-AFD39A5B5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registration.</a:t>
            </a:r>
          </a:p>
          <a:p>
            <a:r>
              <a:rPr lang="en-US" dirty="0"/>
              <a:t>Queue number assignment.</a:t>
            </a:r>
          </a:p>
          <a:p>
            <a:r>
              <a:rPr lang="en-US" dirty="0"/>
              <a:t>Priority classification ( Emergency, Priority and Regular ).</a:t>
            </a:r>
          </a:p>
          <a:p>
            <a:r>
              <a:rPr lang="en-US" dirty="0"/>
              <a:t>Patient record management.</a:t>
            </a:r>
          </a:p>
          <a:p>
            <a:r>
              <a:rPr lang="en-US" dirty="0"/>
              <a:t>Report generation and storage using text file.</a:t>
            </a:r>
          </a:p>
          <a:p>
            <a:r>
              <a:rPr lang="en-US" dirty="0"/>
              <a:t>The system does not include billing, appointment scheduling, or pharmacy management.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09547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7262A-DB67-70C7-BE23-396AC2DC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System Requirements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F002-DC25-7651-EDEF-4B700FDA9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Hardware Requirements</a:t>
            </a:r>
          </a:p>
          <a:p>
            <a:r>
              <a:rPr lang="en-US" sz="2400" dirty="0"/>
              <a:t>Computer or laptop</a:t>
            </a:r>
          </a:p>
          <a:p>
            <a:r>
              <a:rPr lang="en-US" sz="2400" dirty="0"/>
              <a:t>Keyboard </a:t>
            </a:r>
          </a:p>
          <a:p>
            <a:r>
              <a:rPr lang="en-US" sz="2400" dirty="0"/>
              <a:t>Monitor </a:t>
            </a:r>
          </a:p>
          <a:p>
            <a:pPr marL="0" indent="0">
              <a:buNone/>
            </a:pPr>
            <a:r>
              <a:rPr lang="en-US" sz="2400" b="1" dirty="0"/>
              <a:t>Software Requirements</a:t>
            </a:r>
          </a:p>
          <a:p>
            <a:r>
              <a:rPr lang="en-US" sz="2400" dirty="0"/>
              <a:t>Code::Blocks IDE</a:t>
            </a:r>
          </a:p>
          <a:p>
            <a:r>
              <a:rPr lang="en-US" sz="2400" dirty="0"/>
              <a:t>C++ Compiler</a:t>
            </a:r>
          </a:p>
          <a:p>
            <a:r>
              <a:rPr lang="en-US" sz="2400" dirty="0"/>
              <a:t>Windows Operating System</a:t>
            </a:r>
          </a:p>
          <a:p>
            <a:pPr marL="0" indent="0">
              <a:buNone/>
            </a:pPr>
            <a:endParaRPr lang="en-GH" sz="2400" b="1" dirty="0"/>
          </a:p>
        </p:txBody>
      </p:sp>
    </p:spTree>
    <p:extLst>
      <p:ext uri="{BB962C8B-B14F-4D97-AF65-F5344CB8AC3E}">
        <p14:creationId xmlns:p14="http://schemas.microsoft.com/office/powerpoint/2010/main" val="185598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BA1A-4E6D-65F7-FCB0-243BB5DD7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Methodology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EB65-914F-4CBD-6107-9DB4BD804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Gather patient information.</a:t>
            </a:r>
          </a:p>
          <a:p>
            <a:r>
              <a:rPr lang="en-US" sz="2400" dirty="0"/>
              <a:t>Assign queue numbers.</a:t>
            </a:r>
          </a:p>
          <a:p>
            <a:r>
              <a:rPr lang="en-US" sz="2400" dirty="0"/>
              <a:t>Determine patient priority.</a:t>
            </a:r>
          </a:p>
          <a:p>
            <a:r>
              <a:rPr lang="en-US" sz="2400" dirty="0"/>
              <a:t>Store records.</a:t>
            </a:r>
          </a:p>
          <a:p>
            <a:r>
              <a:rPr lang="en-US" sz="2400" dirty="0"/>
              <a:t>Generate reports.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410626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7348-854C-8EC0-8EF7-E4C97E56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README.md</a:t>
            </a:r>
            <a:endParaRPr lang="en-GH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5DF708-5667-7AD5-01AD-15548D661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3" y="1887971"/>
            <a:ext cx="265159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7D960D-DE5D-9DEB-C1B0-207486B11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04" y="1887971"/>
            <a:ext cx="2651596" cy="4449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CFDF5E-B10F-D17C-8D7D-CAD6207B7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49" y="1887971"/>
            <a:ext cx="2651597" cy="4449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15389B-7B8C-286B-8B40-12AD3CD6FD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696" y="1887971"/>
            <a:ext cx="2829304" cy="444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51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EDB6F76-C633-76E9-5BC7-E927AE2C9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Algorithm</a:t>
            </a:r>
            <a:endParaRPr lang="en-GH" sz="3600" b="1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417EC8F5-4C2D-5A15-A363-A97B392C7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764" y="279918"/>
            <a:ext cx="7296538" cy="582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9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7F3421-703E-41DA-7BB7-C3EACA87C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7" y="74644"/>
            <a:ext cx="7977673" cy="66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46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363A-8B5E-C872-D10B-BDBC9E06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Pseudocode</a:t>
            </a:r>
            <a:endParaRPr lang="en-GH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818B7-DB50-29E5-AFBA-64474A86A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09" y="1558834"/>
            <a:ext cx="3006634" cy="4548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61F968-8CAF-E446-030A-3D585CD9A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00" y="1558834"/>
            <a:ext cx="3098800" cy="4548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8699F6-88DC-B9AF-3634-90760BB58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900" y="1558834"/>
            <a:ext cx="3136900" cy="454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11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5FBF53-2663-3DD7-A692-C583AC406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0" y="0"/>
            <a:ext cx="2095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97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ECC19-8296-4E37-53B2-B05050E54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890" y="1245113"/>
            <a:ext cx="7987003" cy="536095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3CFB495-F444-1110-D15F-17E7CDA7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Test and validation</a:t>
            </a:r>
            <a:endParaRPr lang="en-GH" sz="3600" b="1" dirty="0"/>
          </a:p>
        </p:txBody>
      </p:sp>
    </p:spTree>
    <p:extLst>
      <p:ext uri="{BB962C8B-B14F-4D97-AF65-F5344CB8AC3E}">
        <p14:creationId xmlns:p14="http://schemas.microsoft.com/office/powerpoint/2010/main" val="378699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BD024-D8FB-ECFC-7ED5-29666182C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31" y="793102"/>
            <a:ext cx="9787811" cy="57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57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95F6-7521-B2CB-9E8D-4438F899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Program Implementation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6A95-EA06-E389-FC08-837283186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Programming Language: C++</a:t>
            </a:r>
          </a:p>
          <a:p>
            <a:r>
              <a:rPr lang="en-US" sz="2400" dirty="0"/>
              <a:t>Use file handling.</a:t>
            </a:r>
          </a:p>
          <a:p>
            <a:r>
              <a:rPr lang="en-US" sz="2400" dirty="0"/>
              <a:t>Use queue management logic.</a:t>
            </a:r>
          </a:p>
          <a:p>
            <a:r>
              <a:rPr lang="en-US" sz="2400" dirty="0"/>
              <a:t>Generate patient reports.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4120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5F63-6090-6FAF-9482-A6A42ACA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Conclusion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113CC-C929-C567-D169-F9749BF25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system helps manage patient queue efficiently</a:t>
            </a:r>
          </a:p>
          <a:p>
            <a:r>
              <a:rPr lang="en-US" sz="2400" dirty="0"/>
              <a:t>Emergency patients receive higher priority.</a:t>
            </a:r>
          </a:p>
          <a:p>
            <a:r>
              <a:rPr lang="en-US" sz="2400" dirty="0"/>
              <a:t>Patient records can be stored and retrieved easily.</a:t>
            </a:r>
          </a:p>
          <a:p>
            <a:r>
              <a:rPr lang="en-US" sz="2400" dirty="0"/>
              <a:t>The system improves hospital service delivery.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1709070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AB1A-E1C9-94FC-FE07-E830F755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Group 1.12 Members</a:t>
            </a:r>
            <a:endParaRPr lang="en-GH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BB3A2-7C4C-4BFD-7147-BB691F045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497"/>
            <a:ext cx="10515600" cy="4757466"/>
          </a:xfrm>
        </p:spPr>
        <p:txBody>
          <a:bodyPr>
            <a:normAutofit/>
          </a:bodyPr>
          <a:lstStyle/>
          <a:p>
            <a:r>
              <a:rPr lang="en-US" sz="2400" dirty="0" err="1"/>
              <a:t>Apuko</a:t>
            </a:r>
            <a:r>
              <a:rPr lang="en-US" sz="2400" dirty="0"/>
              <a:t> Gifty (01242246B) – Documentation lead </a:t>
            </a:r>
          </a:p>
          <a:p>
            <a:r>
              <a:rPr lang="en-US" sz="2400" dirty="0"/>
              <a:t>Komlakumah Wisdom (01246286B) – Presentation lead</a:t>
            </a:r>
          </a:p>
          <a:p>
            <a:r>
              <a:rPr lang="en-US" sz="2400" dirty="0" err="1"/>
              <a:t>Abaahom</a:t>
            </a:r>
            <a:r>
              <a:rPr lang="en-US" sz="2400" dirty="0"/>
              <a:t> </a:t>
            </a:r>
            <a:r>
              <a:rPr lang="en-US" sz="2400" dirty="0" err="1"/>
              <a:t>Sethyna</a:t>
            </a:r>
            <a:r>
              <a:rPr lang="en-US" sz="2400" dirty="0"/>
              <a:t> Sey (01245742B) – Project lead and final coordination</a:t>
            </a:r>
          </a:p>
          <a:p>
            <a:r>
              <a:rPr lang="en-US" sz="2400" dirty="0"/>
              <a:t>Joel Luke Kwadwo Agyei </a:t>
            </a:r>
            <a:r>
              <a:rPr lang="en-US" sz="2400" dirty="0" err="1"/>
              <a:t>Henaku</a:t>
            </a:r>
            <a:r>
              <a:rPr lang="en-US" sz="2400" dirty="0"/>
              <a:t> (01244782B) – Algorithm writer</a:t>
            </a:r>
          </a:p>
          <a:p>
            <a:r>
              <a:rPr lang="en-US" sz="2400" dirty="0"/>
              <a:t>Sulemana Raihan </a:t>
            </a:r>
            <a:r>
              <a:rPr lang="en-US" sz="2400" dirty="0" err="1"/>
              <a:t>Tunteya</a:t>
            </a:r>
            <a:r>
              <a:rPr lang="en-US" sz="2400" dirty="0"/>
              <a:t> (01243253B) – Pseudocode writer</a:t>
            </a:r>
          </a:p>
          <a:p>
            <a:r>
              <a:rPr lang="en-US" sz="2400" dirty="0"/>
              <a:t>Odia </a:t>
            </a:r>
            <a:r>
              <a:rPr lang="en-US" sz="2400" dirty="0" err="1"/>
              <a:t>Claudinad</a:t>
            </a:r>
            <a:r>
              <a:rPr lang="en-US" sz="2400" dirty="0"/>
              <a:t> </a:t>
            </a:r>
            <a:r>
              <a:rPr lang="en-US" sz="2400" dirty="0" err="1"/>
              <a:t>Afotey</a:t>
            </a:r>
            <a:r>
              <a:rPr lang="en-US" sz="2400" dirty="0"/>
              <a:t> (01246485B) – </a:t>
            </a:r>
            <a:r>
              <a:rPr lang="en-US" sz="2400" dirty="0" err="1"/>
              <a:t>Github</a:t>
            </a:r>
            <a:r>
              <a:rPr lang="en-US" sz="2400" dirty="0"/>
              <a:t> repository manager</a:t>
            </a:r>
          </a:p>
          <a:p>
            <a:r>
              <a:rPr lang="en-US" sz="2400" dirty="0"/>
              <a:t>Lamptey Nicholas (01245079B) – Testing and validation lead</a:t>
            </a:r>
          </a:p>
          <a:p>
            <a:r>
              <a:rPr lang="en-US" sz="2400" dirty="0"/>
              <a:t>Ankomah Richard Bamfo (01242255B) – Flowchart designer</a:t>
            </a:r>
          </a:p>
          <a:p>
            <a:r>
              <a:rPr lang="en-US" sz="2400" dirty="0"/>
              <a:t>Twumasi Jedrek Ankrah(01243971B) – C++ programmer</a:t>
            </a:r>
          </a:p>
          <a:p>
            <a:r>
              <a:rPr lang="en-US" sz="2400" dirty="0"/>
              <a:t>Arko-Adjei Joshua </a:t>
            </a:r>
            <a:r>
              <a:rPr lang="en-US" sz="2400" dirty="0" err="1"/>
              <a:t>Budu</a:t>
            </a:r>
            <a:r>
              <a:rPr lang="en-US" sz="2400" dirty="0"/>
              <a:t> (01243985B) – C++ Programmer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8523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439</Words>
  <Application>Microsoft Office PowerPoint</Application>
  <PresentationFormat>Widescreen</PresentationFormat>
  <Paragraphs>77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ACCRA TECHNICAL UNIVERSITY Bachelor Of Technology in Electrical and Electronic Engineering </vt:lpstr>
      <vt:lpstr>Introduction</vt:lpstr>
      <vt:lpstr>Problem Statement</vt:lpstr>
      <vt:lpstr>Objective</vt:lpstr>
      <vt:lpstr>Scope Of The Project</vt:lpstr>
      <vt:lpstr>System Requirements</vt:lpstr>
      <vt:lpstr>Methodology</vt:lpstr>
      <vt:lpstr>README.md</vt:lpstr>
      <vt:lpstr>Algorithm</vt:lpstr>
      <vt:lpstr>PowerPoint Presentation</vt:lpstr>
      <vt:lpstr>Pseudocode</vt:lpstr>
      <vt:lpstr>PowerPoint Presentation</vt:lpstr>
      <vt:lpstr>Test and validation</vt:lpstr>
      <vt:lpstr>PowerPoint Presentation</vt:lpstr>
      <vt:lpstr>Program Implementation</vt:lpstr>
      <vt:lpstr>Conclusion</vt:lpstr>
      <vt:lpstr>Group 1.12 Members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Komlakumah Wisdom</dc:creator>
  <cp:lastModifiedBy>Komlakumah Wisdom</cp:lastModifiedBy>
  <cp:revision>9</cp:revision>
  <dcterms:created xsi:type="dcterms:W3CDTF">2026-07-10T19:22:24Z</dcterms:created>
  <dcterms:modified xsi:type="dcterms:W3CDTF">2026-07-17T12:58:05Z</dcterms:modified>
</cp:coreProperties>
</file>